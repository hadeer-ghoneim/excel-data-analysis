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dc0c13f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dc0c13fe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d6d4cc2e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d6d4cc2e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2471100" y="971550"/>
            <a:ext cx="4201800" cy="32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Open Sans"/>
                <a:ea typeface="Open Sans"/>
                <a:cs typeface="Open Sans"/>
                <a:sym typeface="Open Sans"/>
              </a:rPr>
              <a:t>Please make a copy! </a:t>
            </a:r>
            <a:endParaRPr sz="30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>
                <a:latin typeface="Open Sans"/>
                <a:ea typeface="Open Sans"/>
                <a:cs typeface="Open Sans"/>
                <a:sym typeface="Open Sans"/>
              </a:rPr>
              <a:t>File -&gt; Make a Copy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>
                <a:latin typeface="Open Sans"/>
                <a:ea typeface="Open Sans"/>
                <a:cs typeface="Open Sans"/>
                <a:sym typeface="Open Sans"/>
              </a:rPr>
              <a:t>Remember to include your workbook and this presentation in your submission!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5158200" y="1418450"/>
            <a:ext cx="3591300" cy="3072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Here are the histograms for the an</a:t>
            </a:r>
            <a:r>
              <a:rPr lang="en-US" sz="800" dirty="0"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ual cost of goods sold for information technology and industrials sectors for year 4.</a:t>
            </a:r>
          </a:p>
          <a:p>
            <a:pPr marL="0" indent="0">
              <a:spcAft>
                <a:spcPts val="1600"/>
              </a:spcAft>
              <a:buNone/>
            </a:pP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Both distributions are right-skewed. That mean means of each is higher than madian.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The median of information technology in year 4 is $2,212,500,000 while the median of industrials in year 4 is  $5,752,978,000. Average of IT is $8,183,342,926 and average of industrials is $10,243,544,450. IT companies average goods sold are less than industerial companies average goods sold.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800" dirty="0"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he range of goods sold costs for IT sector is $131,183,212,000 which is greatly more than industrials sector which is $80,098,900,000. The standard deviation of IT is 19317430845 and the standard deviation of industrieals is 12990860726. </a:t>
            </a:r>
            <a:r>
              <a:rPr lang="en-US" sz="800" dirty="0">
                <a:latin typeface="Open Sans"/>
                <a:ea typeface="Open Sans"/>
                <a:cs typeface="Open Sans"/>
                <a:sym typeface="Open Sans"/>
              </a:rPr>
              <a:t>It looks like companies in the information technology sector have more significant variability in the goods sold cost they receive because their range is more spread out.</a:t>
            </a:r>
            <a:endParaRPr lang="en" sz="8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" sz="8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" sz="8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" sz="8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" sz="8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" sz="8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" sz="8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354300" y="1418450"/>
            <a:ext cx="4550700" cy="307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95600"/>
          </a:xfrm>
          <a:prstGeom prst="rect">
            <a:avLst/>
          </a:prstGeom>
          <a:solidFill>
            <a:srgbClr val="07376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Does Information technology sell goods more than industrials sector in year 4?</a:t>
            </a:r>
            <a:endParaRPr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" name="Picture 2" descr="A graph on a white background&#10;&#10;Description automatically generated">
            <a:extLst>
              <a:ext uri="{FF2B5EF4-FFF2-40B4-BE49-F238E27FC236}">
                <a16:creationId xmlns:a16="http://schemas.microsoft.com/office/drawing/2014/main" id="{B4F5A870-E5C9-DA42-2462-6B890301E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02" y="2571750"/>
            <a:ext cx="2306312" cy="1702707"/>
          </a:xfrm>
          <a:prstGeom prst="rect">
            <a:avLst/>
          </a:prstGeom>
        </p:spPr>
      </p:pic>
      <p:pic>
        <p:nvPicPr>
          <p:cNvPr id="5" name="Picture 4" descr="A graph on a computer screen&#10;&#10;Description automatically generated">
            <a:extLst>
              <a:ext uri="{FF2B5EF4-FFF2-40B4-BE49-F238E27FC236}">
                <a16:creationId xmlns:a16="http://schemas.microsoft.com/office/drawing/2014/main" id="{2E3545D4-14C7-7918-D92E-6521D44B3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00" y="1611671"/>
            <a:ext cx="2091616" cy="17027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193</Words>
  <Application>Microsoft Office PowerPoint</Application>
  <PresentationFormat>On-screen Show (16:9)</PresentationFormat>
  <Paragraphs>13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Open Sans</vt:lpstr>
      <vt:lpstr>Simple Light</vt:lpstr>
      <vt:lpstr>PowerPoint Presentation</vt:lpstr>
      <vt:lpstr>Does Information technology sell goods more than industrials sector in year 4?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Hadeer Ghoneim</cp:lastModifiedBy>
  <cp:revision>6</cp:revision>
  <dcterms:modified xsi:type="dcterms:W3CDTF">2024-11-23T14:33:01Z</dcterms:modified>
</cp:coreProperties>
</file>